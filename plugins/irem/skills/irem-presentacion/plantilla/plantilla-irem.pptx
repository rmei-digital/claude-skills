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5"/>
  </p:notesMasterIdLst>
  <p:sldIdLst/>
  <p:sldSz cx="12192000" cy="6858000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2D81F0-E7CE-4888-81B7-F2EC55E642CA}">
  <a:tblStyle styleId="{4A2D81F0-E7CE-4888-81B7-F2EC55E642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C4CEDFA-32B1-4E75-9E64-31B7EE0EF72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PA">
  <p:cSld name="TAPA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Una niña sonriendo&#10;&#10;El contenido generado por IA puede ser incorrecto."/>
          <p:cNvPicPr preferRelativeResize="0"/>
          <p:nvPr/>
        </p:nvPicPr>
        <p:blipFill rotWithShape="1">
          <a:blip r:embed="rId2">
            <a:alphaModFix/>
          </a:blip>
          <a:srcRect l="43716" t="90" r="3112" b="-89"/>
          <a:stretch/>
        </p:blipFill>
        <p:spPr>
          <a:xfrm>
            <a:off x="6950935" y="-21886"/>
            <a:ext cx="5251500" cy="6584100"/>
          </a:xfrm>
          <a:prstGeom prst="round1Rect">
            <a:avLst>
              <a:gd name="adj" fmla="val 107"/>
            </a:avLst>
          </a:prstGeom>
          <a:noFill/>
          <a:ln>
            <a:noFill/>
          </a:ln>
        </p:spPr>
      </p:pic>
      <p:pic>
        <p:nvPicPr>
          <p:cNvPr id="12" name="Google Shape;12;p2" title="Captura de pantalla 2025-10-13 a las 15.25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75" y="5787493"/>
            <a:ext cx="5052200" cy="72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500926" y="1805850"/>
            <a:ext cx="3850200" cy="339000"/>
          </a:xfrm>
          <a:prstGeom prst="roundRect">
            <a:avLst>
              <a:gd name="adj" fmla="val 16667"/>
            </a:avLst>
          </a:prstGeom>
          <a:solidFill>
            <a:srgbClr val="92C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500925" y="2341675"/>
            <a:ext cx="5597400" cy="23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Font typeface="Montserrat"/>
              <a:buNone/>
              <a:defRPr sz="4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585900" y="4611700"/>
            <a:ext cx="36594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600">
              <a:solidFill>
                <a:srgbClr val="9B9B9D"/>
              </a:solidFill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585900" y="4584800"/>
            <a:ext cx="30063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Montserrat"/>
              <a:buNone/>
              <a:defRPr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500925" y="1606610"/>
            <a:ext cx="38502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None/>
              <a:def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900" y="642175"/>
            <a:ext cx="2701735" cy="72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illas">
  <p:cSld name="Portadilla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1883248" y="2653950"/>
            <a:ext cx="84255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Montserrat"/>
              <a:buNone/>
              <a:defRPr sz="44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y contenido">
  <p:cSld name="Titulo y contenid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852901" y="1824908"/>
            <a:ext cx="7267500" cy="18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52900" y="396700"/>
            <a:ext cx="10486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>
  <p:cSld name="Cierr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/>
        </p:nvSpPr>
        <p:spPr>
          <a:xfrm>
            <a:off x="3048200" y="6013916"/>
            <a:ext cx="6163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Iniciativa Regional para la Eliminación de la Malaria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838200" y="1356252"/>
            <a:ext cx="10515600" cy="11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400" b="1">
                <a:solidFill>
                  <a:srgbClr val="367CBC"/>
                </a:solidFill>
                <a:latin typeface="Montserrat"/>
                <a:ea typeface="Montserrat"/>
                <a:cs typeface="Montserrat"/>
                <a:sym typeface="Montserrat"/>
              </a:rPr>
              <a:t>¡Muchas gracias!</a:t>
            </a:r>
            <a:endParaRPr sz="5400" b="1">
              <a:solidFill>
                <a:srgbClr val="367CB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" name="Google Shape;31;p5" title="Captura de pantalla 2025-10-13 a las 15.28.09.png"/>
          <p:cNvPicPr preferRelativeResize="0"/>
          <p:nvPr/>
        </p:nvPicPr>
        <p:blipFill rotWithShape="1">
          <a:blip r:embed="rId2">
            <a:alphaModFix/>
          </a:blip>
          <a:srcRect l="5059" t="15859" r="3940" b="22263"/>
          <a:stretch/>
        </p:blipFill>
        <p:spPr>
          <a:xfrm>
            <a:off x="1302850" y="2890350"/>
            <a:ext cx="9634477" cy="211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ulo y contenido">
  <p:cSld name="1_Titulo y contenid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888637" y="1766887"/>
            <a:ext cx="3688596" cy="185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•"/>
              <a:defRPr sz="16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1740667" y="1729647"/>
            <a:ext cx="5497417" cy="1189821"/>
          </a:xfrm>
          <a:prstGeom prst="roundRect">
            <a:avLst>
              <a:gd name="adj" fmla="val 17788"/>
            </a:avLst>
          </a:prstGeom>
          <a:solidFill>
            <a:srgbClr val="98CE63"/>
          </a:solidFill>
          <a:ln>
            <a:noFill/>
          </a:ln>
        </p:spPr>
        <p:txBody>
          <a:bodyPr spcFirstLastPara="1" wrap="square" lIns="216000" tIns="45700" rIns="21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ipsum</a:t>
            </a:r>
            <a:endParaRPr sz="1600" b="1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803487" y="2038392"/>
            <a:ext cx="937180" cy="57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b="1">
                <a:solidFill>
                  <a:srgbClr val="98CE6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4400" b="1">
              <a:solidFill>
                <a:srgbClr val="98CE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1740666" y="3037717"/>
            <a:ext cx="5497417" cy="1189821"/>
          </a:xfrm>
          <a:prstGeom prst="roundRect">
            <a:avLst>
              <a:gd name="adj" fmla="val 17788"/>
            </a:avLst>
          </a:prstGeom>
          <a:solidFill>
            <a:srgbClr val="98CE63"/>
          </a:solidFill>
          <a:ln>
            <a:noFill/>
          </a:ln>
        </p:spPr>
        <p:txBody>
          <a:bodyPr spcFirstLastPara="1" wrap="square" lIns="216000" tIns="45700" rIns="21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Impsum</a:t>
            </a:r>
            <a:endParaRPr sz="1600" b="1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803486" y="3346462"/>
            <a:ext cx="937180" cy="57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b="1">
                <a:solidFill>
                  <a:srgbClr val="98CE6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4400" b="1">
              <a:solidFill>
                <a:srgbClr val="98CE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1740665" y="4345787"/>
            <a:ext cx="5497417" cy="1189821"/>
          </a:xfrm>
          <a:prstGeom prst="roundRect">
            <a:avLst>
              <a:gd name="adj" fmla="val 17788"/>
            </a:avLst>
          </a:prstGeom>
          <a:solidFill>
            <a:srgbClr val="98CE63"/>
          </a:solidFill>
          <a:ln>
            <a:noFill/>
          </a:ln>
        </p:spPr>
        <p:txBody>
          <a:bodyPr spcFirstLastPara="1" wrap="square" lIns="216000" tIns="45700" rIns="21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Impsum</a:t>
            </a:r>
            <a:endParaRPr sz="16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803485" y="4654532"/>
            <a:ext cx="937180" cy="57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b="1">
                <a:solidFill>
                  <a:srgbClr val="98CE6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4400" b="1">
              <a:solidFill>
                <a:srgbClr val="98CE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52900" y="396700"/>
            <a:ext cx="10486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ulo y contenido">
  <p:cSld name="2_Titulo y contenid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1740667" y="1729647"/>
            <a:ext cx="5497417" cy="1189821"/>
          </a:xfrm>
          <a:prstGeom prst="roundRect">
            <a:avLst>
              <a:gd name="adj" fmla="val 17788"/>
            </a:avLst>
          </a:prstGeom>
          <a:solidFill>
            <a:srgbClr val="98CE63"/>
          </a:solidFill>
          <a:ln>
            <a:noFill/>
          </a:ln>
        </p:spPr>
        <p:txBody>
          <a:bodyPr spcFirstLastPara="1" wrap="square" lIns="216000" tIns="45700" rIns="21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ipsum</a:t>
            </a:r>
            <a:endParaRPr sz="1600" b="1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803487" y="2038392"/>
            <a:ext cx="937180" cy="57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b="1">
                <a:solidFill>
                  <a:srgbClr val="98CE6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4400" b="1">
              <a:solidFill>
                <a:srgbClr val="98CE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1740666" y="3037717"/>
            <a:ext cx="5497417" cy="1189821"/>
          </a:xfrm>
          <a:prstGeom prst="roundRect">
            <a:avLst>
              <a:gd name="adj" fmla="val 17788"/>
            </a:avLst>
          </a:prstGeom>
          <a:solidFill>
            <a:srgbClr val="98CE63"/>
          </a:solidFill>
          <a:ln>
            <a:noFill/>
          </a:ln>
        </p:spPr>
        <p:txBody>
          <a:bodyPr spcFirstLastPara="1" wrap="square" lIns="216000" tIns="45700" rIns="21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Impsum</a:t>
            </a:r>
            <a:endParaRPr sz="1600" b="1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803486" y="3346462"/>
            <a:ext cx="937180" cy="57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b="1">
                <a:solidFill>
                  <a:srgbClr val="98CE6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4400" b="1">
              <a:solidFill>
                <a:srgbClr val="98CE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1740665" y="4345787"/>
            <a:ext cx="5497417" cy="1189821"/>
          </a:xfrm>
          <a:prstGeom prst="roundRect">
            <a:avLst>
              <a:gd name="adj" fmla="val 17788"/>
            </a:avLst>
          </a:prstGeom>
          <a:solidFill>
            <a:srgbClr val="98CE63"/>
          </a:solidFill>
          <a:ln>
            <a:noFill/>
          </a:ln>
        </p:spPr>
        <p:txBody>
          <a:bodyPr spcFirstLastPara="1" wrap="square" lIns="216000" tIns="45700" rIns="216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Impsum</a:t>
            </a:r>
            <a:endParaRPr sz="16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803485" y="4654532"/>
            <a:ext cx="937180" cy="57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b="1">
                <a:solidFill>
                  <a:srgbClr val="98CE6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4400" b="1">
              <a:solidFill>
                <a:srgbClr val="98CE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8610886" y="2628716"/>
            <a:ext cx="2777628" cy="171707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367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7CBC"/>
              </a:buClr>
              <a:buSzPts val="1800"/>
              <a:buFont typeface="Times New Roman"/>
              <a:buNone/>
            </a:pPr>
            <a:r>
              <a:rPr lang="es-419" sz="1800" i="0" u="none" strike="noStrike" cap="none">
                <a:solidFill>
                  <a:srgbClr val="367CBC"/>
                </a:solidFill>
                <a:latin typeface="Montserrat"/>
                <a:ea typeface="Montserrat"/>
                <a:cs typeface="Montserrat"/>
                <a:sym typeface="Montserrat"/>
              </a:rPr>
              <a:t>Lorem impsum</a:t>
            </a:r>
            <a:endParaRPr sz="1800" b="1" u="none" strike="noStrike" cap="none">
              <a:solidFill>
                <a:srgbClr val="367CB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52900" y="396700"/>
            <a:ext cx="10486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ulo, contenido e imagen">
  <p:cSld name="3_Titulo, contenido e image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/>
        </p:nvSpPr>
        <p:spPr>
          <a:xfrm>
            <a:off x="838200" y="1648178"/>
            <a:ext cx="4306677" cy="433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Montserrat"/>
              <a:buChar char="•"/>
            </a:pPr>
            <a:r>
              <a:rPr lang="es-419" sz="1600"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ispum</a:t>
            </a:r>
            <a:endParaRPr sz="16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8"/>
          <p:cNvSpPr>
            <a:spLocks noGrp="1"/>
          </p:cNvSpPr>
          <p:nvPr>
            <p:ph type="pic" idx="2"/>
          </p:nvPr>
        </p:nvSpPr>
        <p:spPr>
          <a:xfrm>
            <a:off x="7704150" y="1648175"/>
            <a:ext cx="3649800" cy="410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852900" y="396700"/>
            <a:ext cx="10486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ulo, contenido y tabla">
  <p:cSld name="4_Titulo, contenido y tabl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/>
        </p:nvSpPr>
        <p:spPr>
          <a:xfrm>
            <a:off x="838200" y="1876778"/>
            <a:ext cx="4306800" cy="43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None/>
            </a:pPr>
            <a:r>
              <a:rPr lang="es-419" sz="1600" b="1">
                <a:solidFill>
                  <a:srgbClr val="404040"/>
                </a:solidFill>
                <a:highlight>
                  <a:srgbClr val="98CE63"/>
                </a:highlight>
                <a:latin typeface="Montserrat"/>
                <a:ea typeface="Montserrat"/>
                <a:cs typeface="Montserrat"/>
                <a:sym typeface="Montserrat"/>
              </a:rPr>
              <a:t>LOREM IPSUM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Arial"/>
              <a:buNone/>
            </a:pPr>
            <a:r>
              <a:rPr lang="es-419" sz="16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Lorem ipsum</a:t>
            </a:r>
            <a:endParaRPr sz="16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2" name="Google Shape;62;p9"/>
          <p:cNvGraphicFramePr/>
          <p:nvPr/>
        </p:nvGraphicFramePr>
        <p:xfrm>
          <a:off x="7392692" y="2476007"/>
          <a:ext cx="4294350" cy="2106975"/>
        </p:xfrm>
        <a:graphic>
          <a:graphicData uri="http://schemas.openxmlformats.org/drawingml/2006/table">
            <a:tbl>
              <a:tblPr firstRow="1" bandRow="1">
                <a:noFill/>
                <a:tableStyleId>{4A2D81F0-E7CE-4888-81B7-F2EC55E642CA}</a:tableStyleId>
              </a:tblPr>
              <a:tblGrid>
                <a:gridCol w="105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EEEE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EEEE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200" b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52900" y="396700"/>
            <a:ext cx="10486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a grande">
  <p:cSld name="Tabla gran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Google Shape;67;p10"/>
          <p:cNvGraphicFramePr/>
          <p:nvPr/>
        </p:nvGraphicFramePr>
        <p:xfrm>
          <a:off x="318986" y="583892"/>
          <a:ext cx="11554050" cy="5250606"/>
        </p:xfrm>
        <a:graphic>
          <a:graphicData uri="http://schemas.openxmlformats.org/drawingml/2006/table">
            <a:tbl>
              <a:tblPr firstRow="1" bandRow="1">
                <a:noFill/>
                <a:tableStyleId>{4A2D81F0-E7CE-4888-81B7-F2EC55E642CA}</a:tableStyleId>
              </a:tblPr>
              <a:tblGrid>
                <a:gridCol w="5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3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rgbClr val="EFEDE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rgbClr val="EFEDE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rgbClr val="EFEDE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rgbClr val="EFEDE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rgbClr val="EFEDE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b="1" i="0" u="none" strike="noStrike" cap="none">
                          <a:solidFill>
                            <a:srgbClr val="EFEDE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8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1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8" name="Google Shape;68;p10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ulo y tabla">
  <p:cSld name="5_Titulo y tabla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1"/>
          <p:cNvGraphicFramePr/>
          <p:nvPr/>
        </p:nvGraphicFramePr>
        <p:xfrm>
          <a:off x="1485900" y="1659193"/>
          <a:ext cx="9320975" cy="4090700"/>
        </p:xfrm>
        <a:graphic>
          <a:graphicData uri="http://schemas.openxmlformats.org/drawingml/2006/table">
            <a:tbl>
              <a:tblPr firstRow="1" bandRow="1">
                <a:noFill/>
                <a:tableStyleId>{4A2D81F0-E7CE-4888-81B7-F2EC55E642CA}</a:tableStyleId>
              </a:tblPr>
              <a:tblGrid>
                <a:gridCol w="543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C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C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C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C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CE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C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400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400" i="1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72" name="Google Shape;72;p11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52900" y="396700"/>
            <a:ext cx="10486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Montserrat"/>
              <a:buNone/>
              <a:defRPr sz="4000" b="1" i="0" u="none" strike="noStrike" cap="none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a mediana">
  <p:cSld name="Tabla mediana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2"/>
          <p:cNvGraphicFramePr/>
          <p:nvPr/>
        </p:nvGraphicFramePr>
        <p:xfrm>
          <a:off x="829543" y="771182"/>
          <a:ext cx="10515600" cy="4183775"/>
        </p:xfrm>
        <a:graphic>
          <a:graphicData uri="http://schemas.openxmlformats.org/drawingml/2006/table">
            <a:tbl>
              <a:tblPr>
                <a:noFill/>
                <a:tableStyleId>{9C4CEDFA-32B1-4E75-9E64-31B7EE0EF727}</a:tableStyleId>
              </a:tblPr>
              <a:tblGrid>
                <a:gridCol w="387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1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6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EEEE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EEEE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EEEE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EFEEE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EFEEE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67C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66,7%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31,6%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B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77,3%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AD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26,3%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77,3%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AD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54,6%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100.0%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72,7%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100.0%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54,6%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80.0%</a:t>
                      </a:r>
                      <a:endParaRPr sz="180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D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20,8%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9F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b="1" i="0" u="none" strike="noStrike" cap="non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68,0%</a:t>
                      </a:r>
                      <a:endParaRPr sz="1800" b="1" i="0" u="none" strike="noStrike" cap="none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B9B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7" name="Google Shape;77;p12"/>
          <p:cNvSpPr/>
          <p:nvPr/>
        </p:nvSpPr>
        <p:spPr>
          <a:xfrm>
            <a:off x="829544" y="5246727"/>
            <a:ext cx="665091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9B9D"/>
              </a:buClr>
              <a:buSzPts val="1050"/>
              <a:buFont typeface="Arial"/>
              <a:buNone/>
            </a:pPr>
            <a:r>
              <a:rPr lang="es-419" sz="1050" i="0" u="none" strike="noStrike" cap="none">
                <a:solidFill>
                  <a:srgbClr val="9B9B9D"/>
                </a:solidFill>
                <a:latin typeface="Montserrat"/>
                <a:ea typeface="Montserrat"/>
                <a:cs typeface="Montserrat"/>
                <a:sym typeface="Montserrat"/>
              </a:rPr>
              <a:t>Notas</a:t>
            </a:r>
            <a:endParaRPr sz="1000" i="0" u="none" strike="noStrike" cap="none">
              <a:solidFill>
                <a:srgbClr val="9B9B9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2">
            <a:alphaModFix/>
          </a:blip>
          <a:srcRect t="29878"/>
          <a:stretch/>
        </p:blipFill>
        <p:spPr>
          <a:xfrm>
            <a:off x="11191459" y="5984500"/>
            <a:ext cx="750466" cy="3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08300"/>
            <a:ext cx="1597849" cy="4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BID IREM">
      <a:dk1>
        <a:srgbClr val="404040"/>
      </a:dk1>
      <a:lt1>
        <a:srgbClr val="EFEDED"/>
      </a:lt1>
      <a:dk2>
        <a:srgbClr val="357BBC"/>
      </a:dk2>
      <a:lt2>
        <a:srgbClr val="E7E6E6"/>
      </a:lt2>
      <a:accent1>
        <a:srgbClr val="357BBC"/>
      </a:accent1>
      <a:accent2>
        <a:srgbClr val="97CE62"/>
      </a:accent2>
      <a:accent3>
        <a:srgbClr val="A5A5A5"/>
      </a:accent3>
      <a:accent4>
        <a:srgbClr val="404040"/>
      </a:accent4>
      <a:accent5>
        <a:srgbClr val="EFEDED"/>
      </a:accent5>
      <a:accent6>
        <a:srgbClr val="97CE62"/>
      </a:accent6>
      <a:hlink>
        <a:srgbClr val="404040"/>
      </a:hlink>
      <a:folHlink>
        <a:srgbClr val="9B9A9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8ac49f-1a82-4d2b-a84c-0d22c9ede712" xsi:nil="true"/>
    <lcf76f155ced4ddcb4097134ff3c332f xmlns="90996e21-9c2e-460e-b0ba-3e2d296b32b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C1917F0B04A40B8F80618789D4B6A" ma:contentTypeVersion="15" ma:contentTypeDescription="Create a new document." ma:contentTypeScope="" ma:versionID="f75c96e6c3b38373c41c467079da13a2">
  <xsd:schema xmlns:xsd="http://www.w3.org/2001/XMLSchema" xmlns:xs="http://www.w3.org/2001/XMLSchema" xmlns:p="http://schemas.microsoft.com/office/2006/metadata/properties" xmlns:ns2="90996e21-9c2e-460e-b0ba-3e2d296b32be" xmlns:ns3="6e8ac49f-1a82-4d2b-a84c-0d22c9ede712" targetNamespace="http://schemas.microsoft.com/office/2006/metadata/properties" ma:root="true" ma:fieldsID="d0635a93651505ad6502201f00b9d77f" ns2:_="" ns3:_="">
    <xsd:import namespace="90996e21-9c2e-460e-b0ba-3e2d296b32be"/>
    <xsd:import namespace="6e8ac49f-1a82-4d2b-a84c-0d22c9ede7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96e21-9c2e-460e-b0ba-3e2d296b32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e28d7d6-cf07-4e3e-ae5d-7301e17418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8ac49f-1a82-4d2b-a84c-0d22c9ede71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c56a5e22-991d-420e-9bed-fb0dc4236651}" ma:internalName="TaxCatchAll" ma:showField="CatchAllData" ma:web="6e8ac49f-1a82-4d2b-a84c-0d22c9ede7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EF9F00-7C17-48FF-85B1-657EADC9E3C6}">
  <ds:schemaRefs>
    <ds:schemaRef ds:uri="http://schemas.microsoft.com/office/2006/metadata/properties"/>
    <ds:schemaRef ds:uri="http://schemas.microsoft.com/office/infopath/2007/PartnerControls"/>
    <ds:schemaRef ds:uri="6e8ac49f-1a82-4d2b-a84c-0d22c9ede712"/>
    <ds:schemaRef ds:uri="90996e21-9c2e-460e-b0ba-3e2d296b32be"/>
  </ds:schemaRefs>
</ds:datastoreItem>
</file>

<file path=customXml/itemProps2.xml><?xml version="1.0" encoding="utf-8"?>
<ds:datastoreItem xmlns:ds="http://schemas.openxmlformats.org/officeDocument/2006/customXml" ds:itemID="{A495845E-FE48-4E6E-A4F8-F666EE583B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49B966-124E-4F07-ABC1-73DAF39AB1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996e21-9c2e-460e-b0ba-3e2d296b32be"/>
    <ds:schemaRef ds:uri="6e8ac49f-1a82-4d2b-a84c-0d22c9ede7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Notes>0</Notes>
  <HiddenSlides>0</HiddenSlides>
  <ScaleCrop>false</ScaleCrop>
  <Company>Iniciativa Regional para la Eliminacion de la Malaria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2026-08-31T21:39:53Z</dcterms:modified>
  <dc:title>Plantilla IREM / BID</dc:title>
  <dc:creator>Iniciativa Regional para la Eliminacion de la Malaria</dc:creator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0x010100FC2C1917F0B04A40B8F80618789D4B6A</vt:lpwstr>
  </property>
</Properties>
</file>